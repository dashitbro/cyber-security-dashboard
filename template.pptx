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65" r:id="rId5"/>
  </p:sldMasterIdLst>
  <p:notesMasterIdLst>
    <p:notesMasterId r:id="rId7"/>
  </p:notesMasterIdLst>
  <p:handoutMasterIdLst>
    <p:handoutMasterId r:id="rId8"/>
  </p:handoutMasterIdLst>
  <p:sldIdLst>
    <p:sldId id="1290" r:id="rId6"/>
  </p:sldIdLst>
  <p:sldSz cx="9906000" cy="6858000" type="A4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880">
          <p15:clr>
            <a:srgbClr val="A4A3A4"/>
          </p15:clr>
        </p15:guide>
        <p15:guide id="4" pos="4160">
          <p15:clr>
            <a:srgbClr val="A4A3A4"/>
          </p15:clr>
        </p15:guide>
        <p15:guide id="5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ian Firth" initials="BF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BB6"/>
    <a:srgbClr val="9B824F"/>
    <a:srgbClr val="C5B38E"/>
    <a:srgbClr val="C5B358"/>
    <a:srgbClr val="D4AF37"/>
    <a:srgbClr val="EAEFF7"/>
    <a:srgbClr val="007DC6"/>
    <a:srgbClr val="0075BF"/>
    <a:srgbClr val="D024AB"/>
    <a:srgbClr val="0081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61" autoAdjust="0"/>
    <p:restoredTop sz="96310" autoAdjust="0"/>
  </p:normalViewPr>
  <p:slideViewPr>
    <p:cSldViewPr snapToGrid="0">
      <p:cViewPr varScale="1">
        <p:scale>
          <a:sx n="109" d="100"/>
          <a:sy n="109" d="100"/>
        </p:scale>
        <p:origin x="234" y="78"/>
      </p:cViewPr>
      <p:guideLst>
        <p:guide orient="horz" pos="2160"/>
        <p:guide pos="3840"/>
        <p:guide pos="2880"/>
        <p:guide pos="4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800"/>
    </p:cViewPr>
  </p:sorterViewPr>
  <p:notesViewPr>
    <p:cSldViewPr snapToGrid="0">
      <p:cViewPr varScale="1">
        <p:scale>
          <a:sx n="76" d="100"/>
          <a:sy n="76" d="100"/>
        </p:scale>
        <p:origin x="-3978" y="-108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3078851" cy="511254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627" y="1"/>
            <a:ext cx="3078851" cy="511254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E8B12C5A-3483-42A2-82D8-7C12D1D94301}" type="datetimeFigureOut">
              <a:rPr lang="en-GB" smtClean="0"/>
              <a:t>18/06/2026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721772"/>
            <a:ext cx="3078851" cy="511254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627" y="9721772"/>
            <a:ext cx="3078851" cy="511254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B6C44914-FE65-4513-9F11-AB1DAAD1804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8646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3078966" cy="512781"/>
          </a:xfrm>
          <a:prstGeom prst="rect">
            <a:avLst/>
          </a:prstGeom>
        </p:spPr>
        <p:txBody>
          <a:bodyPr vert="horz" lIns="100994" tIns="50498" rIns="100994" bIns="5049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486" y="2"/>
            <a:ext cx="3078966" cy="512781"/>
          </a:xfrm>
          <a:prstGeom prst="rect">
            <a:avLst/>
          </a:prstGeom>
        </p:spPr>
        <p:txBody>
          <a:bodyPr vert="horz" lIns="100994" tIns="50498" rIns="100994" bIns="50498" rtlCol="0"/>
          <a:lstStyle>
            <a:lvl1pPr algn="r">
              <a:defRPr sz="1300"/>
            </a:lvl1pPr>
          </a:lstStyle>
          <a:p>
            <a:fld id="{7903713C-03A7-4880-9C68-656099ECB9E5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5688" y="1279525"/>
            <a:ext cx="4992687" cy="3455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0994" tIns="50498" rIns="100994" bIns="5049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4797"/>
            <a:ext cx="5683250" cy="4030493"/>
          </a:xfrm>
          <a:prstGeom prst="rect">
            <a:avLst/>
          </a:prstGeom>
        </p:spPr>
        <p:txBody>
          <a:bodyPr vert="horz" lIns="100994" tIns="50498" rIns="100994" bIns="5049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834"/>
            <a:ext cx="3078966" cy="512780"/>
          </a:xfrm>
          <a:prstGeom prst="rect">
            <a:avLst/>
          </a:prstGeom>
        </p:spPr>
        <p:txBody>
          <a:bodyPr vert="horz" lIns="100994" tIns="50498" rIns="100994" bIns="5049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486" y="9721834"/>
            <a:ext cx="3078966" cy="512780"/>
          </a:xfrm>
          <a:prstGeom prst="rect">
            <a:avLst/>
          </a:prstGeom>
        </p:spPr>
        <p:txBody>
          <a:bodyPr vert="horz" lIns="100994" tIns="50498" rIns="100994" bIns="50498" rtlCol="0" anchor="b"/>
          <a:lstStyle>
            <a:lvl1pPr algn="r">
              <a:defRPr sz="1300"/>
            </a:lvl1pPr>
          </a:lstStyle>
          <a:p>
            <a:fld id="{17BE28A9-5222-4214-8336-D8A8644782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335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E28A9-5222-4214-8336-D8A8644782E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88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7D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2788756" y="2678754"/>
            <a:ext cx="4811856" cy="1500499"/>
            <a:chOff x="3144851" y="2703313"/>
            <a:chExt cx="5922284" cy="1500499"/>
          </a:xfrm>
        </p:grpSpPr>
        <p:sp>
          <p:nvSpPr>
            <p:cNvPr id="12" name="TextBox 11"/>
            <p:cNvSpPr txBox="1"/>
            <p:nvPr/>
          </p:nvSpPr>
          <p:spPr>
            <a:xfrm>
              <a:off x="5894274" y="3011040"/>
              <a:ext cx="317286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</a:rPr>
                <a:t>Title: YYYYYY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Sub-Title: YYYYY</a:t>
              </a: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4851" y="2794296"/>
              <a:ext cx="2263191" cy="1356818"/>
            </a:xfrm>
            <a:prstGeom prst="rect">
              <a:avLst/>
            </a:prstGeom>
          </p:spPr>
        </p:pic>
        <p:cxnSp>
          <p:nvCxnSpPr>
            <p:cNvPr id="14" name="Straight Connector 13"/>
            <p:cNvCxnSpPr/>
            <p:nvPr/>
          </p:nvCxnSpPr>
          <p:spPr>
            <a:xfrm>
              <a:off x="5651157" y="2703313"/>
              <a:ext cx="0" cy="1500499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381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6698" y="7992"/>
            <a:ext cx="9892613" cy="667003"/>
            <a:chOff x="8238" y="7985"/>
            <a:chExt cx="12175524" cy="667003"/>
          </a:xfrm>
        </p:grpSpPr>
        <p:sp>
          <p:nvSpPr>
            <p:cNvPr id="9" name="Rectangle 8"/>
            <p:cNvSpPr/>
            <p:nvPr userDrawn="1"/>
          </p:nvSpPr>
          <p:spPr>
            <a:xfrm>
              <a:off x="8238" y="7985"/>
              <a:ext cx="10515600" cy="666750"/>
            </a:xfrm>
            <a:prstGeom prst="rect">
              <a:avLst/>
            </a:prstGeom>
            <a:solidFill>
              <a:srgbClr val="007D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1744581" y="8238"/>
              <a:ext cx="439181" cy="666750"/>
            </a:xfrm>
            <a:prstGeom prst="rect">
              <a:avLst/>
            </a:prstGeom>
            <a:solidFill>
              <a:srgbClr val="007D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1041" y="1043354"/>
            <a:ext cx="8543925" cy="5439508"/>
          </a:xfrm>
        </p:spPr>
        <p:txBody>
          <a:bodyPr/>
          <a:lstStyle>
            <a:lvl1pPr>
              <a:defRPr sz="2200">
                <a:latin typeface="+mn-lt"/>
              </a:defRPr>
            </a:lvl1pPr>
            <a:lvl2pPr marL="800100" indent="-342900">
              <a:buSzPct val="63000"/>
              <a:buFont typeface="Wingdings" panose="05000000000000000000" pitchFamily="2" charset="2"/>
              <a:buChar char="§"/>
              <a:defRPr sz="2000">
                <a:latin typeface="+mn-lt"/>
              </a:defRPr>
            </a:lvl2pPr>
            <a:lvl3pPr marL="1246187" indent="-342900">
              <a:buSzPct val="75000"/>
              <a:buFont typeface="Calibri" panose="020F0502020204030204" pitchFamily="34" charset="0"/>
              <a:buChar char="-"/>
              <a:defRPr sz="1800">
                <a:latin typeface="+mn-lt"/>
              </a:defRPr>
            </a:lvl3pPr>
            <a:lvl4pPr marL="1600200" indent="-228600">
              <a:buSzPct val="63000"/>
              <a:buFont typeface="Symbol" panose="05050102010706020507" pitchFamily="18" charset="2"/>
              <a:buChar char="*"/>
              <a:defRPr sz="1600">
                <a:latin typeface="+mn-lt"/>
              </a:defRPr>
            </a:lvl4pPr>
            <a:lvl5pPr marL="2057400" indent="-228600">
              <a:buSzPct val="25000"/>
              <a:buFont typeface="Wingdings" panose="05000000000000000000" pitchFamily="2" charset="2"/>
              <a:buChar char="q"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44869" y="8238"/>
            <a:ext cx="7908581" cy="690134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Heading: YYYY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419" y="94933"/>
            <a:ext cx="844261" cy="5263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6DE06-01F0-400A-B152-2517BB33E3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fld id="{FFDE6814-F9EF-450D-9563-D2569B1D839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550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298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2489" y="1016739"/>
            <a:ext cx="4210050" cy="5407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6364" y="1016739"/>
            <a:ext cx="4210050" cy="5407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itle 1"/>
          <p:cNvSpPr txBox="1">
            <a:spLocks/>
          </p:cNvSpPr>
          <p:nvPr userDrawn="1"/>
        </p:nvSpPr>
        <p:spPr>
          <a:xfrm>
            <a:off x="644869" y="8238"/>
            <a:ext cx="7908581" cy="690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Heading: YYYY</a:t>
            </a: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698" y="7992"/>
            <a:ext cx="9892613" cy="667003"/>
            <a:chOff x="8238" y="7985"/>
            <a:chExt cx="12175524" cy="667003"/>
          </a:xfrm>
        </p:grpSpPr>
        <p:sp>
          <p:nvSpPr>
            <p:cNvPr id="15" name="Rectangle 14"/>
            <p:cNvSpPr/>
            <p:nvPr userDrawn="1"/>
          </p:nvSpPr>
          <p:spPr>
            <a:xfrm>
              <a:off x="8238" y="7985"/>
              <a:ext cx="10515600" cy="666750"/>
            </a:xfrm>
            <a:prstGeom prst="rect">
              <a:avLst/>
            </a:prstGeom>
            <a:solidFill>
              <a:srgbClr val="007D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1744581" y="8238"/>
              <a:ext cx="439181" cy="666750"/>
            </a:xfrm>
            <a:prstGeom prst="rect">
              <a:avLst/>
            </a:prstGeom>
            <a:solidFill>
              <a:srgbClr val="007D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644870" y="-15207"/>
            <a:ext cx="7908581" cy="690134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Heading: YYYY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419" y="59757"/>
            <a:ext cx="844261" cy="56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814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5580" y="6356358"/>
            <a:ext cx="2228850" cy="365125"/>
          </a:xfrm>
        </p:spPr>
        <p:txBody>
          <a:bodyPr/>
          <a:lstStyle/>
          <a:p>
            <a:fld id="{AA31B272-3867-45EF-B20B-AF6AA0015FE8}" type="datetimeFigureOut">
              <a:rPr lang="en-GB" smtClean="0"/>
              <a:t>18/06/2026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B8D54-E06C-4851-A816-1BFAF3119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4985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-Light-C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 userDrawn="1"/>
        </p:nvSpPr>
        <p:spPr>
          <a:xfrm>
            <a:off x="8701444" y="1966"/>
            <a:ext cx="744787" cy="666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19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ED198-04B0-1D4B-9CF9-27BE895D06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8766" y="1381458"/>
            <a:ext cx="6000217" cy="130651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300" b="1" i="0">
                <a:solidFill>
                  <a:srgbClr val="2576B7"/>
                </a:solidFill>
                <a:latin typeface="Montserrat SemiBold" pitchFamily="2" charset="77"/>
              </a:defRPr>
            </a:lvl1pPr>
            <a:lvl2pPr>
              <a:defRPr sz="3300" b="1" i="0">
                <a:solidFill>
                  <a:schemeClr val="bg1"/>
                </a:solidFill>
                <a:latin typeface="Montserrat SemiBold" pitchFamily="2" charset="77"/>
              </a:defRPr>
            </a:lvl2pPr>
            <a:lvl3pPr>
              <a:defRPr sz="3300" b="1" i="0">
                <a:solidFill>
                  <a:schemeClr val="bg1"/>
                </a:solidFill>
                <a:latin typeface="Montserrat SemiBold" pitchFamily="2" charset="77"/>
              </a:defRPr>
            </a:lvl3pPr>
            <a:lvl4pPr>
              <a:defRPr sz="3300" b="1" i="0">
                <a:solidFill>
                  <a:schemeClr val="bg1"/>
                </a:solidFill>
                <a:latin typeface="Montserrat SemiBold" pitchFamily="2" charset="77"/>
              </a:defRPr>
            </a:lvl4pPr>
            <a:lvl5pPr>
              <a:defRPr sz="3300" b="1" i="0">
                <a:solidFill>
                  <a:schemeClr val="bg1"/>
                </a:solidFill>
                <a:latin typeface="Montserrat SemiBold" pitchFamily="2" charset="77"/>
              </a:defRPr>
            </a:lvl5pPr>
          </a:lstStyle>
          <a:p>
            <a:pPr lvl="0"/>
            <a:r>
              <a:rPr lang="en-US" dirty="0"/>
              <a:t>Observe the Evolution of Quantum Capacity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A4CCF3E3-77ED-8B47-BA4F-C8AA5DC7EF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769" y="2784021"/>
            <a:ext cx="4633592" cy="189388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>
                <a:solidFill>
                  <a:srgbClr val="858585"/>
                </a:solidFill>
                <a:latin typeface="Exo Light" pitchFamily="2" charset="77"/>
              </a:defRPr>
            </a:lvl1pPr>
            <a:lvl2pPr>
              <a:defRPr sz="2250" b="0" i="0">
                <a:solidFill>
                  <a:schemeClr val="bg1"/>
                </a:solidFill>
                <a:latin typeface="Exo Light" pitchFamily="2" charset="77"/>
              </a:defRPr>
            </a:lvl2pPr>
            <a:lvl3pPr>
              <a:defRPr sz="2250" b="0" i="0">
                <a:solidFill>
                  <a:schemeClr val="bg1"/>
                </a:solidFill>
                <a:latin typeface="Exo Light" pitchFamily="2" charset="77"/>
              </a:defRPr>
            </a:lvl3pPr>
            <a:lvl4pPr>
              <a:defRPr sz="2250" b="0" i="0">
                <a:solidFill>
                  <a:schemeClr val="bg1"/>
                </a:solidFill>
                <a:latin typeface="Exo Light" pitchFamily="2" charset="77"/>
              </a:defRPr>
            </a:lvl4pPr>
            <a:lvl5pPr>
              <a:defRPr sz="2250" b="0" i="0">
                <a:solidFill>
                  <a:schemeClr val="bg1"/>
                </a:solidFill>
                <a:latin typeface="Exo Light" pitchFamily="2" charset="77"/>
              </a:defRPr>
            </a:lvl5pPr>
          </a:lstStyle>
          <a:p>
            <a:pPr lvl="0"/>
            <a:r>
              <a:rPr lang="en-US"/>
              <a:t>Keep track of a transformational technology as it evolves.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591" y="66675"/>
            <a:ext cx="659468" cy="575847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4" y="1974"/>
            <a:ext cx="9906161" cy="667003"/>
            <a:chOff x="8238" y="7985"/>
            <a:chExt cx="12175524" cy="667003"/>
          </a:xfrm>
        </p:grpSpPr>
        <p:sp>
          <p:nvSpPr>
            <p:cNvPr id="10" name="Rectangle 9"/>
            <p:cNvSpPr/>
            <p:nvPr userDrawn="1"/>
          </p:nvSpPr>
          <p:spPr>
            <a:xfrm>
              <a:off x="8238" y="7985"/>
              <a:ext cx="10694821" cy="666750"/>
            </a:xfrm>
            <a:prstGeom prst="rect">
              <a:avLst/>
            </a:prstGeom>
            <a:solidFill>
              <a:srgbClr val="007D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 dirty="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1618467" y="8238"/>
              <a:ext cx="565295" cy="666750"/>
            </a:xfrm>
            <a:prstGeom prst="rect">
              <a:avLst/>
            </a:prstGeom>
            <a:solidFill>
              <a:srgbClr val="007D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 dirty="0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3277600" y="5006327"/>
            <a:ext cx="3656846" cy="1184688"/>
            <a:chOff x="3144851" y="2703313"/>
            <a:chExt cx="6001756" cy="1500499"/>
          </a:xfrm>
        </p:grpSpPr>
        <p:sp>
          <p:nvSpPr>
            <p:cNvPr id="15" name="TextBox 14"/>
            <p:cNvSpPr txBox="1"/>
            <p:nvPr/>
          </p:nvSpPr>
          <p:spPr>
            <a:xfrm>
              <a:off x="5894275" y="3011039"/>
              <a:ext cx="3252332" cy="8028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00" dirty="0">
                  <a:solidFill>
                    <a:schemeClr val="bg1"/>
                  </a:solidFill>
                </a:rPr>
                <a:t>Title: YYYYYY</a:t>
              </a:r>
            </a:p>
            <a:p>
              <a:r>
                <a:rPr lang="en-US" sz="819" dirty="0">
                  <a:solidFill>
                    <a:schemeClr val="bg1"/>
                  </a:solidFill>
                </a:rPr>
                <a:t>Sub-Title: YYYYY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4851" y="2794296"/>
              <a:ext cx="2263191" cy="1356818"/>
            </a:xfrm>
            <a:prstGeom prst="rect">
              <a:avLst/>
            </a:prstGeom>
          </p:spPr>
        </p:pic>
        <p:cxnSp>
          <p:nvCxnSpPr>
            <p:cNvPr id="17" name="Straight Connector 16"/>
            <p:cNvCxnSpPr/>
            <p:nvPr/>
          </p:nvCxnSpPr>
          <p:spPr>
            <a:xfrm>
              <a:off x="5651157" y="2703313"/>
              <a:ext cx="0" cy="1500499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137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6694" y="7987"/>
            <a:ext cx="9892613" cy="667003"/>
            <a:chOff x="8238" y="7985"/>
            <a:chExt cx="12175524" cy="667003"/>
          </a:xfrm>
        </p:grpSpPr>
        <p:sp>
          <p:nvSpPr>
            <p:cNvPr id="9" name="Rectangle 8"/>
            <p:cNvSpPr/>
            <p:nvPr userDrawn="1"/>
          </p:nvSpPr>
          <p:spPr>
            <a:xfrm>
              <a:off x="8238" y="7985"/>
              <a:ext cx="10515600" cy="666750"/>
            </a:xfrm>
            <a:prstGeom prst="rect">
              <a:avLst/>
            </a:prstGeom>
            <a:solidFill>
              <a:srgbClr val="007D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63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1744581" y="8238"/>
              <a:ext cx="439181" cy="666750"/>
            </a:xfrm>
            <a:prstGeom prst="rect">
              <a:avLst/>
            </a:prstGeom>
            <a:solidFill>
              <a:srgbClr val="007D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63"/>
            </a:p>
          </p:txBody>
        </p:sp>
      </p:grp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1038" y="1043354"/>
            <a:ext cx="8543925" cy="5216769"/>
          </a:xfrm>
        </p:spPr>
        <p:txBody>
          <a:bodyPr/>
          <a:lstStyle>
            <a:lvl1pPr>
              <a:defRPr sz="1950">
                <a:latin typeface="+mn-lt"/>
              </a:defRPr>
            </a:lvl1pPr>
            <a:lvl2pPr marL="650081" indent="-278606">
              <a:buSzPct val="63000"/>
              <a:buFont typeface="Wingdings" panose="05000000000000000000" pitchFamily="2" charset="2"/>
              <a:buChar char="§"/>
              <a:defRPr sz="1788">
                <a:latin typeface="+mn-lt"/>
              </a:defRPr>
            </a:lvl2pPr>
            <a:lvl3pPr marL="1012527" indent="-278606">
              <a:buSzPct val="75000"/>
              <a:buFont typeface="Calibri" panose="020F0502020204030204" pitchFamily="34" charset="0"/>
              <a:buChar char="-"/>
              <a:defRPr>
                <a:latin typeface="+mn-lt"/>
              </a:defRPr>
            </a:lvl3pPr>
            <a:lvl4pPr marL="1300163" indent="-185738">
              <a:buSzPct val="63000"/>
              <a:buFont typeface="Symbol" panose="05050102010706020507" pitchFamily="18" charset="2"/>
              <a:buChar char="*"/>
              <a:defRPr>
                <a:latin typeface="+mn-lt"/>
              </a:defRPr>
            </a:lvl4pPr>
            <a:lvl5pPr marL="1671638" indent="-185738">
              <a:buSzPct val="25000"/>
              <a:buFont typeface="Wingdings" panose="05000000000000000000" pitchFamily="2" charset="2"/>
              <a:buChar char="q"/>
              <a:defRPr sz="1300">
                <a:latin typeface="+mn-lt"/>
              </a:defRPr>
            </a:lvl5pPr>
          </a:lstStyle>
          <a:p>
            <a:pPr lvl="0"/>
            <a:r>
              <a:rPr lang="en-US" dirty="0"/>
              <a:t>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44866" y="8238"/>
            <a:ext cx="7908582" cy="690134"/>
          </a:xfrm>
        </p:spPr>
        <p:txBody>
          <a:bodyPr>
            <a:normAutofit/>
          </a:bodyPr>
          <a:lstStyle>
            <a:lvl1pPr>
              <a:defRPr sz="2275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Heading: YYYY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416" y="94928"/>
            <a:ext cx="844261" cy="52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552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6DE06-01F0-400A-B152-2517BB33E3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fld id="{FFDE6814-F9EF-450D-9563-D2569B1D839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902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7D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2788756" y="2678754"/>
            <a:ext cx="4811856" cy="1500499"/>
            <a:chOff x="3144851" y="2703313"/>
            <a:chExt cx="5922284" cy="1500499"/>
          </a:xfrm>
        </p:grpSpPr>
        <p:sp>
          <p:nvSpPr>
            <p:cNvPr id="12" name="TextBox 11"/>
            <p:cNvSpPr txBox="1"/>
            <p:nvPr/>
          </p:nvSpPr>
          <p:spPr>
            <a:xfrm>
              <a:off x="5894274" y="3011040"/>
              <a:ext cx="317286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prstClr val="white"/>
                  </a:solidFill>
                </a:rPr>
                <a:t>Title: YYYYYY</a:t>
              </a:r>
            </a:p>
            <a:p>
              <a:r>
                <a:rPr lang="en-US" dirty="0">
                  <a:solidFill>
                    <a:prstClr val="white"/>
                  </a:solidFill>
                </a:rPr>
                <a:t>Sub-Title: YYYYY</a:t>
              </a: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4851" y="2794296"/>
              <a:ext cx="2263191" cy="1356818"/>
            </a:xfrm>
            <a:prstGeom prst="rect">
              <a:avLst/>
            </a:prstGeom>
          </p:spPr>
        </p:pic>
        <p:cxnSp>
          <p:nvCxnSpPr>
            <p:cNvPr id="14" name="Straight Connector 13"/>
            <p:cNvCxnSpPr/>
            <p:nvPr/>
          </p:nvCxnSpPr>
          <p:spPr>
            <a:xfrm>
              <a:off x="5651157" y="2703313"/>
              <a:ext cx="0" cy="1500499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7884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6698" y="7992"/>
            <a:ext cx="9892613" cy="667003"/>
            <a:chOff x="8238" y="7985"/>
            <a:chExt cx="12175524" cy="667003"/>
          </a:xfrm>
        </p:grpSpPr>
        <p:sp>
          <p:nvSpPr>
            <p:cNvPr id="9" name="Rectangle 8"/>
            <p:cNvSpPr/>
            <p:nvPr userDrawn="1"/>
          </p:nvSpPr>
          <p:spPr>
            <a:xfrm>
              <a:off x="8238" y="7985"/>
              <a:ext cx="10515600" cy="666750"/>
            </a:xfrm>
            <a:prstGeom prst="rect">
              <a:avLst/>
            </a:prstGeom>
            <a:solidFill>
              <a:srgbClr val="007D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1744581" y="8238"/>
              <a:ext cx="439181" cy="666750"/>
            </a:xfrm>
            <a:prstGeom prst="rect">
              <a:avLst/>
            </a:prstGeom>
            <a:solidFill>
              <a:srgbClr val="007D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1041" y="1043354"/>
            <a:ext cx="8543925" cy="5439508"/>
          </a:xfrm>
        </p:spPr>
        <p:txBody>
          <a:bodyPr/>
          <a:lstStyle>
            <a:lvl1pPr>
              <a:defRPr sz="2400">
                <a:latin typeface="+mn-lt"/>
              </a:defRPr>
            </a:lvl1pPr>
            <a:lvl2pPr marL="800100" indent="-342900">
              <a:buSzPct val="63000"/>
              <a:buFont typeface="Wingdings" panose="05000000000000000000" pitchFamily="2" charset="2"/>
              <a:buChar char="§"/>
              <a:defRPr sz="2200">
                <a:latin typeface="+mn-lt"/>
              </a:defRPr>
            </a:lvl2pPr>
            <a:lvl3pPr marL="1246187" indent="-342900">
              <a:buSzPct val="75000"/>
              <a:buFont typeface="Calibri" panose="020F0502020204030204" pitchFamily="34" charset="0"/>
              <a:buChar char="-"/>
              <a:defRPr>
                <a:latin typeface="+mn-lt"/>
              </a:defRPr>
            </a:lvl3pPr>
            <a:lvl4pPr marL="1600200" indent="-228600">
              <a:buSzPct val="63000"/>
              <a:buFont typeface="Symbol" panose="05050102010706020507" pitchFamily="18" charset="2"/>
              <a:buChar char="*"/>
              <a:defRPr>
                <a:latin typeface="+mn-lt"/>
              </a:defRPr>
            </a:lvl4pPr>
            <a:lvl5pPr marL="2057400" indent="-228600">
              <a:buSzPct val="25000"/>
              <a:buFont typeface="Wingdings" panose="05000000000000000000" pitchFamily="2" charset="2"/>
              <a:buChar char="q"/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44869" y="8238"/>
            <a:ext cx="7908581" cy="690134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Heading: YYYY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419" y="94933"/>
            <a:ext cx="844261" cy="52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773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2489" y="1016739"/>
            <a:ext cx="4210050" cy="5407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6364" y="1016739"/>
            <a:ext cx="4210050" cy="5407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itle 1"/>
          <p:cNvSpPr txBox="1">
            <a:spLocks/>
          </p:cNvSpPr>
          <p:nvPr userDrawn="1"/>
        </p:nvSpPr>
        <p:spPr>
          <a:xfrm>
            <a:off x="644869" y="8238"/>
            <a:ext cx="7908581" cy="690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prstClr val="white"/>
                </a:solidFill>
              </a:rPr>
              <a:t>Heading: YYYY</a:t>
            </a: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698" y="7992"/>
            <a:ext cx="9892613" cy="667003"/>
            <a:chOff x="8238" y="7985"/>
            <a:chExt cx="12175524" cy="667003"/>
          </a:xfrm>
        </p:grpSpPr>
        <p:sp>
          <p:nvSpPr>
            <p:cNvPr id="15" name="Rectangle 14"/>
            <p:cNvSpPr/>
            <p:nvPr userDrawn="1"/>
          </p:nvSpPr>
          <p:spPr>
            <a:xfrm>
              <a:off x="8238" y="7985"/>
              <a:ext cx="10515600" cy="666750"/>
            </a:xfrm>
            <a:prstGeom prst="rect">
              <a:avLst/>
            </a:prstGeom>
            <a:solidFill>
              <a:srgbClr val="007D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1744581" y="8238"/>
              <a:ext cx="439181" cy="666750"/>
            </a:xfrm>
            <a:prstGeom prst="rect">
              <a:avLst/>
            </a:prstGeom>
            <a:solidFill>
              <a:srgbClr val="007D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644870" y="-15207"/>
            <a:ext cx="7908581" cy="690134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Heading: YYYY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419" y="59757"/>
            <a:ext cx="844261" cy="56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589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41" y="365129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41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8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6" y="6356358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8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6DE06-01F0-400A-B152-2517BB33E3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fld id="{FFDE6814-F9EF-450D-9563-D2569B1D839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67780" y="6612839"/>
            <a:ext cx="42112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i="1" baseline="0" dirty="0">
                <a:solidFill>
                  <a:srgbClr val="006BB6"/>
                </a:solidFill>
              </a:rPr>
              <a:t>UBL UK Business Plan:  2024 - 2026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9244668" y="6624470"/>
            <a:ext cx="5368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E5494DC-4352-4B83-87B1-000C6A581A80}" type="slidenum">
              <a:rPr lang="en-GB" sz="1000" baseline="0" smtClean="0">
                <a:solidFill>
                  <a:srgbClr val="006BB6"/>
                </a:solidFill>
              </a:rPr>
              <a:t>‹#›</a:t>
            </a:fld>
            <a:endParaRPr lang="en-GB" sz="1000" baseline="0" dirty="0">
              <a:solidFill>
                <a:srgbClr val="006B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485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2" r:id="rId3"/>
    <p:sldLayoutId id="2147483664" r:id="rId4"/>
    <p:sldLayoutId id="2147483670" r:id="rId5"/>
    <p:sldLayoutId id="2147483683" r:id="rId6"/>
    <p:sldLayoutId id="2147483684" r:id="rId7"/>
    <p:sldLayoutId id="214748368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41" y="365129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41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8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6" y="6356358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8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E6814-F9EF-450D-9563-D2569B1D839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92279" y="6629931"/>
            <a:ext cx="30032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i="1" baseline="0" dirty="0">
                <a:solidFill>
                  <a:srgbClr val="006BB6"/>
                </a:solidFill>
              </a:rPr>
              <a:t>UBL UK Plan: 2020 to 2022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269836" y="6627303"/>
            <a:ext cx="5285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C90C3AB-694D-4E23-B8B3-EF592A1FECBA}" type="slidenum">
              <a:rPr lang="en-GB" sz="1000" baseline="0" smtClean="0">
                <a:solidFill>
                  <a:srgbClr val="006BB6"/>
                </a:solidFill>
              </a:rPr>
              <a:t>‹#›</a:t>
            </a:fld>
            <a:endParaRPr lang="en-GB" sz="1000" baseline="0" dirty="0">
              <a:solidFill>
                <a:srgbClr val="006B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518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">
            <a:extLst>
              <a:ext uri="{FF2B5EF4-FFF2-40B4-BE49-F238E27FC236}">
                <a16:creationId xmlns:a16="http://schemas.microsoft.com/office/drawing/2014/main" id="{EB7B51B9-4C9E-4DF2-9B51-78EAFF1CE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60903"/>
      </p:ext>
    </p:extLst>
  </p:cSld>
  <p:clrMapOvr>
    <a:masterClrMapping/>
  </p:clrMapOvr>
</p:sld>
</file>

<file path=ppt/theme/theme1.xml><?xml version="1.0" encoding="utf-8"?>
<a:theme xmlns:a="http://schemas.openxmlformats.org/drawingml/2006/main" name="UBL UK PowerPoint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UBL UK PowerPoint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8FFBF268FEF640BD9978A0F5003055" ma:contentTypeVersion="15" ma:contentTypeDescription="Create a new document." ma:contentTypeScope="" ma:versionID="e022525607e6ccaa2a856d399446a1c0">
  <xsd:schema xmlns:xsd="http://www.w3.org/2001/XMLSchema" xmlns:xs="http://www.w3.org/2001/XMLSchema" xmlns:p="http://schemas.microsoft.com/office/2006/metadata/properties" xmlns:ns3="ca2a6a35-d386-4f0b-a47b-683659f73c9f" xmlns:ns4="3221c816-5a92-40c9-9dd0-a19abbde6f40" targetNamespace="http://schemas.microsoft.com/office/2006/metadata/properties" ma:root="true" ma:fieldsID="8b63c1847c2670116d88a1670ce14999" ns3:_="" ns4:_="">
    <xsd:import namespace="ca2a6a35-d386-4f0b-a47b-683659f73c9f"/>
    <xsd:import namespace="3221c816-5a92-40c9-9dd0-a19abbde6f4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2a6a35-d386-4f0b-a47b-683659f73c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21c816-5a92-40c9-9dd0-a19abbde6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a2a6a35-d386-4f0b-a47b-683659f73c9f" xsi:nil="true"/>
  </documentManagement>
</p:properties>
</file>

<file path=customXml/itemProps1.xml><?xml version="1.0" encoding="utf-8"?>
<ds:datastoreItem xmlns:ds="http://schemas.openxmlformats.org/officeDocument/2006/customXml" ds:itemID="{0EE3556E-BB8E-4198-8FE9-A15421BEC0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2a6a35-d386-4f0b-a47b-683659f73c9f"/>
    <ds:schemaRef ds:uri="3221c816-5a92-40c9-9dd0-a19abbde6f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5500A1-0B65-44FC-9087-A9485CB1C1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760F37-11CF-4563-BCEA-2BF9274DA05E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ca2a6a35-d386-4f0b-a47b-683659f73c9f"/>
    <ds:schemaRef ds:uri="http://purl.org/dc/terms/"/>
    <ds:schemaRef ds:uri="http://schemas.openxmlformats.org/package/2006/metadata/core-properties"/>
    <ds:schemaRef ds:uri="3221c816-5a92-40c9-9dd0-a19abbde6f4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UBL UK PowerPoint Template</Template>
  <TotalTime>33096</TotalTime>
  <Words>1</Words>
  <Application>Microsoft Office PowerPoint</Application>
  <PresentationFormat>A4 Paper (210x297 mm)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Exo Light</vt:lpstr>
      <vt:lpstr>Montserrat SemiBold</vt:lpstr>
      <vt:lpstr>Symbol</vt:lpstr>
      <vt:lpstr>Wingdings</vt:lpstr>
      <vt:lpstr>UBL UK PowerPoint Template</vt:lpstr>
      <vt:lpstr>1_UBL UK PowerPoint Template</vt:lpstr>
      <vt:lpstr>PowerPoint Presentation</vt:lpstr>
    </vt:vector>
  </TitlesOfParts>
  <Company>UBLUK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Kerry Rowlands</dc:creator>
  <cp:lastModifiedBy>Sayful Ahmed</cp:lastModifiedBy>
  <cp:revision>918</cp:revision>
  <cp:lastPrinted>2023-11-22T08:23:17Z</cp:lastPrinted>
  <dcterms:created xsi:type="dcterms:W3CDTF">2018-04-10T11:38:06Z</dcterms:created>
  <dcterms:modified xsi:type="dcterms:W3CDTF">2026-06-18T16:53:11Z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0x010100E88FFBF268FEF640BD9978A0F5003055</vt:lpwstr>
  </property>
</Properties>
</file>